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37160"/>
            <a:ext cx="2286000" cy="4869180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GRUPO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Periféricos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Clasificación, Ejemplos y Funciones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22860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89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Computador  ·  SENA ADSO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5A7A"/>
          </a:solidFill>
          <a:ln w="12700">
            <a:solidFill>
              <a:srgbClr val="065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1005840"/>
          </a:xfrm>
          <a:prstGeom prst="rect">
            <a:avLst/>
          </a:prstGeom>
          <a:solidFill>
            <a:srgbClr val="EEF7FA"/>
          </a:solidFill>
          <a:ln w="12700">
            <a:solidFill>
              <a:srgbClr val="EEF7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son los Periféricos?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solidFill>
            <a:srgbClr val="065A7A"/>
          </a:solidFill>
          <a:ln w="12700">
            <a:solidFill>
              <a:srgbClr val="065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80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periféricos son dispositivos de hardware que se conectan a la unidad central de procesamiento (CPU) para permitir la entrada y/o salida de información entre el computador y el mundo exterior.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2606040" cy="1691640"/>
          </a:xfrm>
          <a:prstGeom prst="rect">
            <a:avLst/>
          </a:prstGeom>
          <a:solidFill>
            <a:srgbClr val="EEF7FA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108960"/>
            <a:ext cx="260604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108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Conexión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conectan mediante puertos físicos o de forma inalámbrica al computador.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3108960"/>
            <a:ext cx="2606040" cy="1691640"/>
          </a:xfrm>
          <a:prstGeom prst="rect">
            <a:avLst/>
          </a:prstGeom>
          <a:solidFill>
            <a:srgbClr val="EEF7FA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3108960"/>
            <a:ext cx="260604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108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42900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Facilitan la comunicación entre el usuario y el sistema.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108960"/>
            <a:ext cx="2606040" cy="1691640"/>
          </a:xfrm>
          <a:prstGeom prst="rect">
            <a:avLst/>
          </a:prstGeom>
          <a:solidFill>
            <a:srgbClr val="EEF7FA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108960"/>
            <a:ext cx="260604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3108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Variedad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342900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 cientos de tipos diseñados para tareas específicas.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5A7A"/>
          </a:solidFill>
          <a:ln w="12700">
            <a:solidFill>
              <a:srgbClr val="065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1005840"/>
          </a:xfrm>
          <a:prstGeom prst="rect">
            <a:avLst/>
          </a:prstGeom>
          <a:solidFill>
            <a:srgbClr val="EEF7FA"/>
          </a:solidFill>
          <a:ln w="12700">
            <a:solidFill>
              <a:srgbClr val="EEF7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Clasificación de los Periféricos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3749040"/>
          </a:xfrm>
          <a:prstGeom prst="rect">
            <a:avLst/>
          </a:prstGeom>
          <a:solidFill>
            <a:srgbClr val="D4EFDF"/>
          </a:solidFill>
          <a:ln w="19050">
            <a:solidFill>
              <a:srgbClr val="1A6B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51760" cy="59436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18013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al usuario enviar datos o instrucciones al computador.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" y="251460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Ratón / Mouse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Micrófono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Escáner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web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51760" cy="3749040"/>
          </a:xfrm>
          <a:prstGeom prst="rect">
            <a:avLst/>
          </a:prstGeom>
          <a:solidFill>
            <a:srgbClr val="FDEBD0"/>
          </a:solidFill>
          <a:ln w="19050">
            <a:solidFill>
              <a:srgbClr val="7B3F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2651760" cy="59436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430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Salida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10128" y="18013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computador envía información procesada hacia el exterior.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10128" y="251460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Impresora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Bocinas / Parlantes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51760" cy="3749040"/>
          </a:xfrm>
          <a:prstGeom prst="rect">
            <a:avLst/>
          </a:prstGeom>
          <a:solidFill>
            <a:srgbClr val="D6EAF8"/>
          </a:solidFill>
          <a:ln w="19050">
            <a:solidFill>
              <a:srgbClr val="1A3A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43000"/>
            <a:ext cx="2651760" cy="594360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1430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Entrada / Salida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44768" y="18013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capacidad tanto de enviar como de recibir datos.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44768" y="251460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/ Pendrive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duro externo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táctil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 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Módem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D4EFDF"/>
          </a:solidFill>
          <a:ln w="12700">
            <a:solidFill>
              <a:srgbClr val="D4E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6B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Periféricos de Entrada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743200" cy="32004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97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Teclado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ingresar texto, comandos y datos al sistema mediante teclas alfanuméricas y de función.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97280"/>
            <a:ext cx="2743200" cy="32004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097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Ratón (Mouse)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44475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el puntero en pantalla; permite interactuar con la interfaz gráfica del SO.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97280"/>
            <a:ext cx="2743200" cy="32004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097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Micrófono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44475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el sonido en señales digitales para el reconocimiento de voz o grabación de audio.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71800"/>
            <a:ext cx="2743200" cy="32004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Escáner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31927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 documentos e imágenes físicas para almacenarlos o editarlos en el computador.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46120" y="29718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971800"/>
            <a:ext cx="2743200" cy="32004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Cámara web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331927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video e imágenes en tiempo real para videoconferencias o grabaciones.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29718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971800"/>
            <a:ext cx="2743200" cy="32004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Joystick / Gamepad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331927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movimientos y acciones en videojuegos o simuladores industriales.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B3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Periféricos de Salida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3F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743200" cy="32004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97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visualmente la información procesada por el computador en forma de imágenes y texto.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3F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97280"/>
            <a:ext cx="2743200" cy="32004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097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Impresora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44475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Transfiere información digital a un soporte físico (papel) en tinta o tóner.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3F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97280"/>
            <a:ext cx="2743200" cy="32004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097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Parlantes / Bocinas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44475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Convierten señales digitales en ondas sonoras audibles para el usuario.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3F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71800"/>
            <a:ext cx="2743200" cy="32004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Proyector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31927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 y proyecta la señal de video del PC sobre una superficie externa.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46120" y="29718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3F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971800"/>
            <a:ext cx="2743200" cy="32004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Plotter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331927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 dibujos vectoriales de alta precisión, usado en arquitectura e ingeniería.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29718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3F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971800"/>
            <a:ext cx="2743200" cy="32004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Auriculares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331927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Reproducen audio de forma personal; pueden combinar salida de audio e incluso micrófono.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Periféricos de Entrada / Salida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743200" cy="320040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97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USB / Pendrive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y transfiere datos entre dispositivos; permite lectura y escritura de información.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97280"/>
            <a:ext cx="2743200" cy="320040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097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 Duro Externo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44475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grandes volúmenes de datos y permite leerlos o modificarlos en cualquier equipo.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97280"/>
            <a:ext cx="2743200" cy="320040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1097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Pantalla Táctil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44475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como monitor (salida) y como dispositivo de entrada al detectar el toque del usuario.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71800"/>
            <a:ext cx="2743200" cy="320040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Tarjeta de Red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31927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y recibe datos a través de redes LAN/WAN; opera en ambas direcciones simultáneamente.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46120" y="29718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971800"/>
            <a:ext cx="2743200" cy="320040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Módem / Router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331927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 y demodula señales para conectar el PC a Internet; envía y recibe datos de red.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2971800"/>
            <a:ext cx="27432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6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971800"/>
            <a:ext cx="2743200" cy="320040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Impresora multifunción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331927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impresión (salida), escaneo y copiado (entrada) en un solo dispositivo.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8288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88720"/>
            <a:ext cx="2651760" cy="2651760"/>
          </a:xfrm>
          <a:prstGeom prst="rect">
            <a:avLst/>
          </a:prstGeom>
          <a:solidFill>
            <a:srgbClr val="D4EFDF"/>
          </a:solidFill>
          <a:ln w="12700">
            <a:solidFill>
              <a:srgbClr val="D4EFD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88720"/>
            <a:ext cx="2651760" cy="502920"/>
          </a:xfrm>
          <a:prstGeom prst="rect">
            <a:avLst/>
          </a:prstGeom>
          <a:solidFill>
            <a:srgbClr val="1A6B5C"/>
          </a:solidFill>
          <a:ln w="12700">
            <a:solidFill>
              <a:srgbClr val="1A6B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Entrada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2377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Envían datos al PC.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Teclado, Mouse, Escáner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651760" cy="2651760"/>
          </a:xfrm>
          <a:prstGeom prst="rect">
            <a:avLst/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188720"/>
            <a:ext cx="2651760" cy="502920"/>
          </a:xfrm>
          <a:prstGeom prst="rect">
            <a:avLst/>
          </a:prstGeom>
          <a:solidFill>
            <a:srgbClr val="C07010"/>
          </a:solidFill>
          <a:ln w="12700">
            <a:solidFill>
              <a:srgbClr val="C07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Salida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1783080"/>
            <a:ext cx="2377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Muestran resultados al usuario.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Monitor, Impresora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1188720"/>
            <a:ext cx="2651760" cy="265176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188720"/>
            <a:ext cx="2651760" cy="502920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/ 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2377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 y escriben datos.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USB, Pantalla táctil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7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periféricos son esenciales para la interacción entre el ser humano y el computador.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Periféricos - Grupo 3</dc:title>
  <dc:subject>PptxGenJS Presentation</dc:subject>
  <dc:creator>PptxGenJS</dc:creator>
  <cp:lastModifiedBy>PptxGenJS</cp:lastModifiedBy>
  <cp:revision>1</cp:revision>
  <dcterms:created xsi:type="dcterms:W3CDTF">2026-05-05T00:00:03Z</dcterms:created>
  <dcterms:modified xsi:type="dcterms:W3CDTF">2026-05-05T00:00:03Z</dcterms:modified>
</cp:coreProperties>
</file>