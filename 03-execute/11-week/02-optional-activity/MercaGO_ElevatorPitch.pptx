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54864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01168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347472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493776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640080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786384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9326880" y="-182880"/>
            <a:ext cx="548640" cy="6400800"/>
          </a:xfrm>
          <a:prstGeom prst="rect">
            <a:avLst/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20040"/>
            <a:ext cx="2743200" cy="292608"/>
          </a:xfrm>
          <a:prstGeom prst="roundRect">
            <a:avLst>
              <a:gd name="adj" fmla="val 37500"/>
            </a:avLst>
          </a:prstGeom>
          <a:solidFill>
            <a:srgbClr val="1D9E75">
              <a:alpha val="20000"/>
            </a:srgbClr>
          </a:solidFill>
          <a:ln w="635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0F6E56"/>
                </a:solidFill>
              </a:rPr>
              <a:t>SENA · Tecnología en ADSI · Módulo 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86200" y="804672"/>
            <a:ext cx="1371600" cy="13716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05840"/>
            <a:ext cx="91440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2194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MercaGO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914400" y="3154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9E75"/>
                </a:solidFill>
              </a:rPr>
              <a:t>Sistema de Gestión Comercial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D9E75"/>
                </a:solidFill>
              </a:rPr>
              <a:t>Supermercado La Esquina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474720" y="3977640"/>
            <a:ext cx="2194560" cy="301752"/>
          </a:xfrm>
          <a:prstGeom prst="roundRect">
            <a:avLst>
              <a:gd name="adj" fmla="val 3636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0" y="397764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</a:rPr>
              <a:t>MVP v1.0 · ELEVATOR PITCH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Esneider Covaleda · Julian Camargo · Edwin Esquivel · Jaminton Peña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4736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Bogotá, 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FFFFF"/>
                </a:solidFill>
              </a:rPr>
              <a:t>2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problema: todo manual, todo propenso a error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Don Carlos y Doña Martha atienden 40–60 clientes al día con cuaderno y calculadora.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37360"/>
            <a:ext cx="457200" cy="457200"/>
          </a:xfrm>
          <a:prstGeom prst="ellipse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7393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26771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 min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807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Tiempo de atención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por cliente con cálculo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manual de precios y cambio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32888" y="1572768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97480" y="1737360"/>
            <a:ext cx="457200" cy="45720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77393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24328" y="226771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Frecuentes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624328" y="2807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Errores de cobro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24328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generan pérdidas y mala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experiencia al cliente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572768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64608" y="1737360"/>
            <a:ext cx="457200" cy="4572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77393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1456" y="226771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4791456" y="2807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Inventario a ciegas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91456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el desabasto se detecta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cuando ya se agotó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867144" y="1572768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031736" y="1737360"/>
            <a:ext cx="457200" cy="457200"/>
          </a:xfrm>
          <a:prstGeom prst="ellipse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773936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58584" y="226771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6958584" y="2807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Sin datos del negocio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58584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decisiones tomadas sin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información confiable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65760" y="400507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169664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4400" y="404164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1B0C"/>
                </a:solidFill>
              </a:rPr>
              <a:t>90 productos · 3 personas · gestión 100% manual al momento del levantamiento de información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FFFFF"/>
                </a:solidFill>
              </a:rPr>
              <a:t>3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solución: MercaGO, un sistema de escritorio inteligente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Aplicación de escritorio offline que automatiza los cuatro procesos críticos del negocio.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773936"/>
            <a:ext cx="694944" cy="694944"/>
          </a:xfrm>
          <a:prstGeom prst="ellipse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883664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78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Ventas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71216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Cálculo automático de totales y cambio.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Comprobante imprimible por venta.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32888" y="1572768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45536" y="1773936"/>
            <a:ext cx="694944" cy="694944"/>
          </a:xfrm>
          <a:prstGeom prst="ellipse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88366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24328" y="2578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Inventario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24328" y="2871216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Stock en tiempo real, alertas de mínimo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y registro de entradas de mercancía.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00016" y="1572768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12664" y="1773936"/>
            <a:ext cx="694944" cy="694944"/>
          </a:xfrm>
          <a:prstGeom prst="ellipse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883664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91456" y="2578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Proveedores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91456" y="2871216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Directorio y historial de pedidos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con estado de entrega.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867144" y="1572768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79792" y="1773936"/>
            <a:ext cx="694944" cy="694944"/>
          </a:xfrm>
          <a:prstGeom prst="ellipse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83664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58584" y="2578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Reportes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58584" y="2871216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Cierre diario, top 5 productos,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comparativo mensual y backup automático.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65760" y="3877056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6849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387705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Funciona 100 % offline  ·  Datos locales cifrados  ·  Máx. 3 clics para cualquier tarea  ·  Respuesta &lt; 3 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FFFFF"/>
                </a:solidFill>
              </a:rPr>
              <a:t>4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esperado en el negocio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reducción en tiempo de atención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por cliente (4.5 min → &lt;2 min)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18688" y="1143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234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28416" y="1874520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errores de cobro documentados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en el primer mes (meta RN-01)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71616" y="11430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1234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81344" y="1874520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de decisiones con datos reales,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5"/>
                </a:solidFill>
              </a:rPr>
              <a:t>sin cálculos manuales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69080" cy="1920240"/>
          </a:xfrm>
          <a:prstGeom prst="roundRect">
            <a:avLst>
              <a:gd name="adj" fmla="val 4762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07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5A30"/>
                </a:solidFill>
              </a:rPr>
              <a:t>ANTES DE MERCAGO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154680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3127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1B0C"/>
                </a:solidFill>
              </a:rPr>
              <a:t>Calculadora y cuaderno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52044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1B0C"/>
                </a:solidFill>
              </a:rPr>
              <a:t>Errores de cambio frecuentes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8862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" y="3858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1B0C"/>
                </a:solidFill>
              </a:rPr>
              <a:t>Desabasto detectado tarde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25196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224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1B0C"/>
                </a:solidFill>
              </a:rPr>
              <a:t>Gestión de proveedores de memoria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09160" y="2697480"/>
            <a:ext cx="4069080" cy="1920240"/>
          </a:xfrm>
          <a:prstGeom prst="roundRect">
            <a:avLst>
              <a:gd name="adj" fmla="val 4762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00600" y="2807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56"/>
                </a:solidFill>
              </a:rPr>
              <a:t>CON MERCAGO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15468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2352" y="3127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Cálculo automático de cambio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52044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02352" y="3493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Cero errores de cobro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886200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02352" y="3858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Alerta de stock mínimo en pantalla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425196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02352" y="4224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Historial de pedidos digital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FFFFF"/>
                </a:solidFill>
              </a:rPr>
              <a:t>5 /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lo usa? Roles y permisos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389888"/>
            <a:ext cx="685800" cy="6858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258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Administrador · Don Carlos 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591056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Dueño del negocio · nivel tecnológico básico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0" y="1865376"/>
            <a:ext cx="722376" cy="256032"/>
          </a:xfrm>
          <a:prstGeom prst="roundRect">
            <a:avLst>
              <a:gd name="adj" fmla="val 35714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1865376"/>
            <a:ext cx="722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Ventas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85416" y="1865376"/>
            <a:ext cx="1033272" cy="256032"/>
          </a:xfrm>
          <a:prstGeom prst="roundRect">
            <a:avLst>
              <a:gd name="adj" fmla="val 35714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85416" y="1865376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Inventario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10128" y="1865376"/>
            <a:ext cx="1110996" cy="256032"/>
          </a:xfrm>
          <a:prstGeom prst="roundRect">
            <a:avLst>
              <a:gd name="adj" fmla="val 35714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865376"/>
            <a:ext cx="11109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Proveedores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12564" y="1865376"/>
            <a:ext cx="877824" cy="256032"/>
          </a:xfrm>
          <a:prstGeom prst="roundRect">
            <a:avLst>
              <a:gd name="adj" fmla="val 35714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2564" y="186537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Reportes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1828" y="1865376"/>
            <a:ext cx="1266444" cy="256032"/>
          </a:xfrm>
          <a:prstGeom prst="roundRect">
            <a:avLst>
              <a:gd name="adj" fmla="val 35714"/>
            </a:avLst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1828" y="1865376"/>
            <a:ext cx="12664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Configuración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2450592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" y="2651760"/>
            <a:ext cx="685800" cy="6858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7063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71600" y="258775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Cajero/a · Martha R. / Julian P.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371600" y="2852928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Personal de caja · nivel tecnológico básico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371600" y="3127248"/>
            <a:ext cx="1499616" cy="256032"/>
          </a:xfrm>
          <a:prstGeom prst="roundRect">
            <a:avLst>
              <a:gd name="adj" fmla="val 35714"/>
            </a:avLst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71600" y="3127248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42C53"/>
                </a:solidFill>
              </a:rPr>
              <a:t>Registrar ventas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962656" y="3127248"/>
            <a:ext cx="2199132" cy="256032"/>
          </a:xfrm>
          <a:prstGeom prst="roundRect">
            <a:avLst>
              <a:gd name="adj" fmla="val 35714"/>
            </a:avLst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962656" y="3127248"/>
            <a:ext cx="21991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42C53"/>
                </a:solidFill>
              </a:rPr>
              <a:t>Consultar precios y stock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" y="3712464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F5F5F0"/>
          </a:solidFill>
          <a:ln w="6350">
            <a:solidFill>
              <a:srgbClr val="DDDDD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30352" y="3913632"/>
            <a:ext cx="685800" cy="68580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32504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371600" y="384962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Sistema de alertas · Proceso automático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1371600" y="4114800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Notificaciones sin intervención humana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1371600" y="4389120"/>
            <a:ext cx="1965960" cy="256032"/>
          </a:xfrm>
          <a:prstGeom prst="roundRect">
            <a:avLst>
              <a:gd name="adj" fmla="val 35714"/>
            </a:avLst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371600" y="43891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3806"/>
                </a:solidFill>
              </a:rPr>
              <a:t>Alerta de stock mínimo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429000" y="4389120"/>
            <a:ext cx="2354580" cy="256032"/>
          </a:xfrm>
          <a:prstGeom prst="roundRect">
            <a:avLst>
              <a:gd name="adj" fmla="val 35714"/>
            </a:avLst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429000" y="4389120"/>
            <a:ext cx="23545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3806"/>
                </a:solidFill>
              </a:rPr>
              <a:t>Backup automático de cierre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54864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01168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347472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493776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640080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786384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9326880" y="-182880"/>
            <a:ext cx="548640" cy="64008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74320"/>
            <a:ext cx="2743200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74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SENA · Equipo 3 ·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0058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MercaGO transforma La Esquina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FE1CB"/>
                </a:solidFill>
              </a:rPr>
              <a:t>De cuaderno y calculadora a decisiones con datos reales.</a:t>
            </a:r>
            <a:endParaRPr lang="en-US" sz="1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FE1CB"/>
                </a:solidFill>
              </a:rPr>
              <a:t>MVP listo para implementación inmediata.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764792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1764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Esneider Covaleda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24328" y="2971800"/>
            <a:ext cx="1517904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97180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Julian Camargo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0248" y="2971800"/>
            <a:ext cx="1517904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297180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Edwin Esquivel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16168" y="2971800"/>
            <a:ext cx="1435608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2971800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Jaminton Peña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520440"/>
            <a:ext cx="3291840" cy="475488"/>
          </a:xfrm>
          <a:prstGeom prst="roundRect">
            <a:avLst>
              <a:gd name="adj" fmla="val 42308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5204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</a:rPr>
              <a:t>Preparar preguntas del jurado 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E1CB"/>
                </a:solidFill>
              </a:rPr>
              <a:t>"El sistema elimina la causa raíz de los errores,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E1CB"/>
                </a:solidFill>
              </a:rPr>
              <a:t>no solo los digitaliza."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MercaGO – Elevator Pitch</dc:title>
  <dc:subject>PptxGenJS Presentation</dc:subject>
  <dc:creator>Equipo 3 – SENA ADSI</dc:creator>
  <cp:lastModifiedBy>Equipo 3 – SENA ADSI</cp:lastModifiedBy>
  <cp:revision>1</cp:revision>
  <dcterms:created xsi:type="dcterms:W3CDTF">2026-05-12T19:14:44Z</dcterms:created>
  <dcterms:modified xsi:type="dcterms:W3CDTF">2026-05-12T19:14:44Z</dcterms:modified>
</cp:coreProperties>
</file>