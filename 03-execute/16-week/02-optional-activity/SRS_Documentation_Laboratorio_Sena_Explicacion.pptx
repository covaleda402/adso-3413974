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84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7026" y="1496484"/>
            <a:ext cx="12001949" cy="3183467"/>
          </a:xfrm>
        </p:spPr>
        <p:txBody>
          <a:bodyPr anchor="b">
            <a:normAutofit/>
          </a:bodyPr>
          <a:lstStyle>
            <a:lvl1pPr algn="ctr">
              <a:defRPr sz="6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27026" y="4802717"/>
            <a:ext cx="12001949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4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49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992" y="876302"/>
            <a:ext cx="12978016" cy="3803649"/>
          </a:xfrm>
        </p:spPr>
        <p:txBody>
          <a:bodyPr anchor="b">
            <a:normAutofit/>
          </a:bodyPr>
          <a:lstStyle>
            <a:lvl1pPr>
              <a:defRPr sz="45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8992" y="4802718"/>
            <a:ext cx="12978016" cy="2000249"/>
          </a:xfrm>
        </p:spPr>
        <p:txBody>
          <a:bodyPr/>
          <a:lstStyle>
            <a:lvl1pPr marL="0" indent="0" algn="ctr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244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394" y="812801"/>
            <a:ext cx="13805015" cy="176842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394" y="2784426"/>
            <a:ext cx="6808005" cy="49371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31204" y="2784426"/>
            <a:ext cx="6792205" cy="49371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26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394" y="812801"/>
            <a:ext cx="13805015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06" y="2784427"/>
            <a:ext cx="6505599" cy="109854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393" y="3882976"/>
            <a:ext cx="6809611" cy="38386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536004" y="2784427"/>
            <a:ext cx="6487405" cy="1098549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229601" y="3882976"/>
            <a:ext cx="6793809" cy="383862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014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90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48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971" y="812800"/>
            <a:ext cx="5242983" cy="3149600"/>
          </a:xfrm>
        </p:spPr>
        <p:txBody>
          <a:bodyPr anchor="b">
            <a:normAutofit/>
          </a:bodyPr>
          <a:lstStyle>
            <a:lvl1pPr>
              <a:defRPr sz="37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0752" y="812800"/>
            <a:ext cx="8252656" cy="69088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22971" y="3962401"/>
            <a:ext cx="5242983" cy="3759199"/>
          </a:xfrm>
        </p:spPr>
        <p:txBody>
          <a:bodyPr/>
          <a:lstStyle>
            <a:lvl1pPr marL="0" indent="0" algn="ctr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4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2970" y="812800"/>
            <a:ext cx="7906364" cy="3149600"/>
          </a:xfrm>
        </p:spPr>
        <p:txBody>
          <a:bodyPr anchor="b">
            <a:normAutofit/>
          </a:bodyPr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9739" y="1011842"/>
            <a:ext cx="4340475" cy="6510717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2" y="3962400"/>
            <a:ext cx="7913267" cy="3759200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993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408" y="5719164"/>
            <a:ext cx="13823419" cy="1092473"/>
          </a:xfrm>
        </p:spPr>
        <p:txBody>
          <a:bodyPr anchor="b">
            <a:normAutofit/>
          </a:bodyPr>
          <a:lstStyle>
            <a:lvl1pPr>
              <a:defRPr sz="3733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18408" y="828429"/>
            <a:ext cx="13823419" cy="4506313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3" y="6811637"/>
            <a:ext cx="13821331" cy="909963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31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393" y="812801"/>
            <a:ext cx="13805016" cy="4566479"/>
          </a:xfrm>
        </p:spPr>
        <p:txBody>
          <a:bodyPr anchor="ctr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4" y="5606427"/>
            <a:ext cx="13805015" cy="2122915"/>
          </a:xfrm>
        </p:spPr>
        <p:txBody>
          <a:bodyPr anchor="ctr"/>
          <a:lstStyle>
            <a:lvl1pPr marL="0" indent="0" algn="ctr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865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8283" y="812800"/>
            <a:ext cx="12403669" cy="3990539"/>
          </a:xfrm>
        </p:spPr>
        <p:txBody>
          <a:bodyPr anchor="ctr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294193" y="4813376"/>
            <a:ext cx="11669732" cy="569083"/>
          </a:xfrm>
        </p:spPr>
        <p:txBody>
          <a:bodyPr anchor="t">
            <a:normAutofit/>
          </a:bodyPr>
          <a:lstStyle>
            <a:lvl1pPr marL="0" indent="0" algn="r">
              <a:buNone/>
              <a:defRPr sz="1867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2" y="5606428"/>
            <a:ext cx="13805016" cy="21151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115483" y="980322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10666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10608" y="3962791"/>
            <a:ext cx="812800" cy="779701"/>
          </a:xfrm>
          <a:prstGeom prst="rect">
            <a:avLst/>
          </a:prstGeom>
        </p:spPr>
        <p:txBody>
          <a:bodyPr vert="horz" lIns="121920" tIns="60960" rIns="121920" bIns="6096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0666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3945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409" y="2835924"/>
            <a:ext cx="13807103" cy="3349113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393" y="6200741"/>
            <a:ext cx="13805017" cy="1520859"/>
          </a:xfrm>
        </p:spPr>
        <p:txBody>
          <a:bodyPr anchor="t"/>
          <a:lstStyle>
            <a:lvl1pPr marL="0" indent="0" algn="ctr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6630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218392" y="812801"/>
            <a:ext cx="13805016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218392" y="2784426"/>
            <a:ext cx="4398608" cy="109774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218392" y="3882165"/>
            <a:ext cx="4398608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6504" y="2784427"/>
            <a:ext cx="4398077" cy="109773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5926505" y="3882165"/>
            <a:ext cx="4399761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31065" y="2784427"/>
            <a:ext cx="4388281" cy="109773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3200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0635129" y="3882165"/>
            <a:ext cx="4388281" cy="3839435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262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218393" y="812801"/>
            <a:ext cx="13805016" cy="176741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218394" y="5594532"/>
            <a:ext cx="4398607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667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456027" y="3065316"/>
            <a:ext cx="3920067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218394" y="6362882"/>
            <a:ext cx="4398607" cy="1358717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23602" y="5594532"/>
            <a:ext cx="4398644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667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091995" y="3065316"/>
            <a:ext cx="3907367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5921797" y="6362880"/>
            <a:ext cx="4400448" cy="1358717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0631231" y="5594532"/>
            <a:ext cx="4386533" cy="768349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667" b="0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0870405" y="3065316"/>
            <a:ext cx="3909484" cy="2032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133"/>
            </a:lvl1pPr>
            <a:lvl2pPr marL="609585" indent="0">
              <a:buNone/>
              <a:defRPr sz="2133"/>
            </a:lvl2pPr>
            <a:lvl3pPr marL="1219170" indent="0">
              <a:buNone/>
              <a:defRPr sz="2133"/>
            </a:lvl3pPr>
            <a:lvl4pPr marL="1828754" indent="0">
              <a:buNone/>
              <a:defRPr sz="2133"/>
            </a:lvl4pPr>
            <a:lvl5pPr marL="2438339" indent="0">
              <a:buNone/>
              <a:defRPr sz="2133"/>
            </a:lvl5pPr>
            <a:lvl6pPr marL="3047924" indent="0">
              <a:buNone/>
              <a:defRPr sz="2133"/>
            </a:lvl6pPr>
            <a:lvl7pPr marL="3657509" indent="0">
              <a:buNone/>
              <a:defRPr sz="2133"/>
            </a:lvl7pPr>
            <a:lvl8pPr marL="4267093" indent="0">
              <a:buNone/>
              <a:defRPr sz="2133"/>
            </a:lvl8pPr>
            <a:lvl9pPr marL="4876678" indent="0">
              <a:buNone/>
              <a:defRPr sz="213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0631064" y="6362882"/>
            <a:ext cx="4392344" cy="1358716"/>
          </a:xfrm>
        </p:spPr>
        <p:txBody>
          <a:bodyPr anchor="t">
            <a:normAutofit/>
          </a:bodyPr>
          <a:lstStyle>
            <a:lvl1pPr marL="0" indent="0" algn="ctr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1309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226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633201" y="812800"/>
            <a:ext cx="3390209" cy="69088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393" y="812800"/>
            <a:ext cx="10211607" cy="69088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20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394" y="812801"/>
            <a:ext cx="13805015" cy="17684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393" y="2794752"/>
            <a:ext cx="13805016" cy="49268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38315" y="7844368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18393" y="7844368"/>
            <a:ext cx="8897153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018682" y="7844368"/>
            <a:ext cx="1004727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2093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1219170" rtl="0" eaLnBrk="1" latinLnBrk="0" hangingPunct="1">
        <a:lnSpc>
          <a:spcPct val="90000"/>
        </a:lnSpc>
        <a:spcBef>
          <a:spcPct val="0"/>
        </a:spcBef>
        <a:buNone/>
        <a:defRPr sz="4533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120000"/>
        </a:lnSpc>
        <a:spcBef>
          <a:spcPts val="1333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2133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120000"/>
        </a:lnSpc>
        <a:spcBef>
          <a:spcPts val="667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6068046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B920647-16A9-927C-0FEF-2E40573DF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8392" y="857956"/>
            <a:ext cx="12800289" cy="4781112"/>
          </a:xfrm>
        </p:spPr>
        <p:txBody>
          <a:bodyPr>
            <a:normAutofit/>
          </a:bodyPr>
          <a:lstStyle/>
          <a:p>
            <a:pPr algn="l"/>
            <a:r>
              <a:rPr lang="es-ES" sz="9600"/>
              <a:t>Jose Esneider Covaleda Hortua</a:t>
            </a:r>
            <a:endParaRPr lang="es-CO" sz="96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909C14-78E7-8BB3-BF1B-2DF02F4E24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392" y="6497022"/>
            <a:ext cx="12800289" cy="1898887"/>
          </a:xfrm>
        </p:spPr>
        <p:txBody>
          <a:bodyPr>
            <a:normAutofit/>
          </a:bodyPr>
          <a:lstStyle/>
          <a:p>
            <a:pPr algn="l"/>
            <a:r>
              <a:rPr lang="es-ES" sz="4300"/>
              <a:t>Ficha 3413974</a:t>
            </a:r>
          </a:p>
          <a:p>
            <a:pPr algn="l"/>
            <a:r>
              <a:rPr lang="es-ES" sz="4300"/>
              <a:t>Fecha: 20/06/2026</a:t>
            </a:r>
            <a:endParaRPr lang="es-CO" sz="4300"/>
          </a:p>
        </p:txBody>
      </p:sp>
    </p:spTree>
    <p:extLst>
      <p:ext uri="{BB962C8B-B14F-4D97-AF65-F5344CB8AC3E}">
        <p14:creationId xmlns:p14="http://schemas.microsoft.com/office/powerpoint/2010/main" val="31322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1" y="56606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Damasco</Template>
  <TotalTime>10</TotalTime>
  <Words>9</Words>
  <Application>Microsoft Office PowerPoint</Application>
  <PresentationFormat>Personalizado</PresentationFormat>
  <Paragraphs>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Bookman Old Style</vt:lpstr>
      <vt:lpstr>Rockwell</vt:lpstr>
      <vt:lpstr>Damask</vt:lpstr>
      <vt:lpstr>Jose Esneider Covaleda Hortua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Jose Esneider Covaleda Hortua</dc:title>
  <dc:creator>JOSE ESNEIDER</dc:creator>
  <cp:lastModifiedBy>covaledahortuajoseesneiderinem@gmail.com</cp:lastModifiedBy>
  <cp:revision>2</cp:revision>
  <dcterms:created xsi:type="dcterms:W3CDTF">2006-08-16T00:00:00Z</dcterms:created>
  <dcterms:modified xsi:type="dcterms:W3CDTF">2026-06-20T14:57:00Z</dcterms:modified>
</cp:coreProperties>
</file>